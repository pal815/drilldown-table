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5385816" cy="5285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216152"/>
                <a:gridCol w="1042416"/>
                <a:gridCol w="1042416"/>
                <a:gridCol w="1042416"/>
              </a:tblGrid>
              <a:tr h="365760">
                <a:tc gridSpan="5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5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04040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11429991" cy="20665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3986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</a:tblGrid>
              <a:tr h="365760">
                <a:tc gridSpan="16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16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04040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6601968" cy="2944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129284"/>
                <a:gridCol w="738378"/>
                <a:gridCol w="738378"/>
                <a:gridCol w="738378"/>
                <a:gridCol w="738378"/>
                <a:gridCol w="738378"/>
                <a:gridCol w="738378"/>
              </a:tblGrid>
              <a:tr h="365760">
                <a:tc gridSpan="8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사업부 × 연도 매출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8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04040"/>
                          </a:solidFill>
                          <a:latin typeface="맑은 고딕"/>
                        </a:rPr>
                        <a:t>단위: 억원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 grid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 ＼ 연도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595959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2,400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1,350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820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950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262626"/>
                      </a:solidFill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1,130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610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19050">
                      <a:solidFill>
                        <a:srgbClr val="262626"/>
                      </a:solidFill>
                    </a:lnT>
                    <a:lnB cap="flat"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262626"/>
                      </a:solidFill>
                    </a:lnL>
                    <a:lnR cap="flat" w="6350">
                      <a:solidFill>
                        <a:srgbClr val="BFBFBF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BFBFBF"/>
                      </a:solidFill>
                    </a:lnL>
                    <a:lnR cap="flat" w="19050">
                      <a:solidFill>
                        <a:srgbClr val="262626"/>
                      </a:solidFill>
                    </a:lnR>
                    <a:lnT cap="flat" w="6350">
                      <a:solidFill>
                        <a:srgbClr val="BFBFBF"/>
                      </a:solidFill>
                    </a:lnT>
                    <a:lnB cap="flat" w="19050">
                      <a:solidFill>
                        <a:srgbClr val="262626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