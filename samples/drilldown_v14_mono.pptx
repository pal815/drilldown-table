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5385816" cy="52852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2416"/>
                <a:gridCol w="1216152"/>
                <a:gridCol w="1042416"/>
                <a:gridCol w="1042416"/>
                <a:gridCol w="1042416"/>
              </a:tblGrid>
              <a:tr h="365760">
                <a:tc gridSpan="5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맑은 고딕"/>
                        </a:rPr>
                        <a:t>2024년 사업부별 실적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5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단위: 억원 / %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매출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영업이익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점유율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1,200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C사업부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2,100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520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125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540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34%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35%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11429991" cy="20665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3986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</a:tblGrid>
              <a:tr h="365760">
                <a:tc gridSpan="16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맑은 고딕"/>
                        </a:rPr>
                        <a:t>2024년 사업부별 실적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16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단위: 억원 / %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C사업부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매출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1,200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2,100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540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영업이익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520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125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점유율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34%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35%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6601968" cy="2944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2416"/>
                <a:gridCol w="1129284"/>
                <a:gridCol w="738378"/>
                <a:gridCol w="738378"/>
                <a:gridCol w="738378"/>
                <a:gridCol w="738378"/>
                <a:gridCol w="738378"/>
                <a:gridCol w="738378"/>
              </a:tblGrid>
              <a:tr h="365760">
                <a:tc gridSpan="8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맑은 고딕"/>
                        </a:rPr>
                        <a:t>사업부 × 연도 매출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8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맑은 고딕"/>
                        </a:rPr>
                        <a:t>단위: 억원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rowSpan="2" grid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사업부 ＼ 연도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상반기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하반기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상반기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하반기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2,400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1,150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1,250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2,600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1,250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1,350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국내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1,450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1,600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780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820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해외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950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1,000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470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530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000000"/>
                      </a:solidFill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1,130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550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580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1,190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580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</a:rPr>
                        <a:t>610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국내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620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330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19050">
                      <a:solidFill>
                        <a:srgbClr val="000000"/>
                      </a:solidFill>
                    </a:lnT>
                    <a:lnB cap="flat" w="635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맑은 고딕"/>
                        </a:rPr>
                        <a:t>해외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260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550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270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000000"/>
                      </a:solidFill>
                    </a:lnL>
                    <a:lnR cap="flat" w="6350">
                      <a:solidFill>
                        <a:srgbClr val="80808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808080"/>
                      </a:solidFill>
                    </a:lnL>
                    <a:lnR cap="flat" w="19050">
                      <a:solidFill>
                        <a:srgbClr val="000000"/>
                      </a:solidFill>
                    </a:lnR>
                    <a:lnT cap="flat" w="6350">
                      <a:solidFill>
                        <a:srgbClr val="808080"/>
                      </a:solidFill>
                    </a:lnT>
                    <a:lnB cap="flat"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